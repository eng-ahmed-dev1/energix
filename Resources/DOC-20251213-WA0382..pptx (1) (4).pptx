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0693400" cy="7556500"/>
  <p:notesSz cx="6858000" cy="9144000"/>
  <p:embeddedFontLst>
    <p:embeddedFont>
      <p:font typeface="Raleway Bold" charset="1" panose="00000000000000000000"/>
      <p:regular r:id="rId13"/>
    </p:embeddedFont>
    <p:embeddedFont>
      <p:font typeface="Droid Arabic Naskh" charset="1" panose="020B0606030804020204"/>
      <p:regular r:id="rId14"/>
    </p:embeddedFont>
    <p:embeddedFont>
      <p:font typeface="Raleway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6103" y="-832441"/>
            <a:ext cx="6852811" cy="2268000"/>
            <a:chOff x="0" y="0"/>
            <a:chExt cx="24558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893" cy="812800"/>
            </a:xfrm>
            <a:custGeom>
              <a:avLst/>
              <a:gdLst/>
              <a:ahLst/>
              <a:cxnLst/>
              <a:rect r="r" b="b" t="t" l="l"/>
              <a:pathLst>
                <a:path h="812800" w="2455893">
                  <a:moveTo>
                    <a:pt x="41801" y="0"/>
                  </a:moveTo>
                  <a:lnTo>
                    <a:pt x="2414092" y="0"/>
                  </a:lnTo>
                  <a:cubicBezTo>
                    <a:pt x="2425179" y="0"/>
                    <a:pt x="2435811" y="4404"/>
                    <a:pt x="2443650" y="12243"/>
                  </a:cubicBezTo>
                  <a:cubicBezTo>
                    <a:pt x="2451489" y="20082"/>
                    <a:pt x="2455893" y="30714"/>
                    <a:pt x="2455893" y="41801"/>
                  </a:cubicBezTo>
                  <a:lnTo>
                    <a:pt x="2455893" y="770999"/>
                  </a:lnTo>
                  <a:cubicBezTo>
                    <a:pt x="2455893" y="782086"/>
                    <a:pt x="2451489" y="792718"/>
                    <a:pt x="2443650" y="800557"/>
                  </a:cubicBezTo>
                  <a:cubicBezTo>
                    <a:pt x="2435811" y="808396"/>
                    <a:pt x="2425179" y="812800"/>
                    <a:pt x="2414092" y="812800"/>
                  </a:cubicBezTo>
                  <a:lnTo>
                    <a:pt x="41801" y="812800"/>
                  </a:lnTo>
                  <a:cubicBezTo>
                    <a:pt x="30714" y="812800"/>
                    <a:pt x="20082" y="808396"/>
                    <a:pt x="12243" y="800557"/>
                  </a:cubicBezTo>
                  <a:cubicBezTo>
                    <a:pt x="4404" y="792718"/>
                    <a:pt x="0" y="782086"/>
                    <a:pt x="0" y="770999"/>
                  </a:cubicBezTo>
                  <a:lnTo>
                    <a:pt x="0" y="41801"/>
                  </a:lnTo>
                  <a:cubicBezTo>
                    <a:pt x="0" y="30714"/>
                    <a:pt x="4404" y="20082"/>
                    <a:pt x="12243" y="12243"/>
                  </a:cubicBezTo>
                  <a:cubicBezTo>
                    <a:pt x="20082" y="4404"/>
                    <a:pt x="30714" y="0"/>
                    <a:pt x="41801" y="0"/>
                  </a:cubicBezTo>
                  <a:close/>
                </a:path>
              </a:pathLst>
            </a:custGeom>
            <a:solidFill>
              <a:srgbClr val="FEFE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558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10600" y="301559"/>
            <a:ext cx="5703818" cy="713784"/>
            <a:chOff x="0" y="0"/>
            <a:chExt cx="7605090" cy="95171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531081" y="0"/>
              <a:ext cx="951700" cy="951713"/>
              <a:chOff x="0" y="0"/>
              <a:chExt cx="951700" cy="95171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51738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951738">
                    <a:moveTo>
                      <a:pt x="0" y="0"/>
                    </a:moveTo>
                    <a:lnTo>
                      <a:pt x="951738" y="0"/>
                    </a:lnTo>
                    <a:lnTo>
                      <a:pt x="951738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2" b="2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840571" y="0"/>
              <a:ext cx="1701305" cy="951713"/>
              <a:chOff x="0" y="0"/>
              <a:chExt cx="1701305" cy="95171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01292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1701292">
                    <a:moveTo>
                      <a:pt x="0" y="0"/>
                    </a:moveTo>
                    <a:lnTo>
                      <a:pt x="1701292" y="0"/>
                    </a:lnTo>
                    <a:lnTo>
                      <a:pt x="1701292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39380" r="0" b="-39376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5573662" y="118135"/>
              <a:ext cx="2031429" cy="755040"/>
              <a:chOff x="0" y="0"/>
              <a:chExt cx="2031429" cy="75504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31365" cy="755015"/>
              </a:xfrm>
              <a:custGeom>
                <a:avLst/>
                <a:gdLst/>
                <a:ahLst/>
                <a:cxnLst/>
                <a:rect r="r" b="b" t="t" l="l"/>
                <a:pathLst>
                  <a:path h="755015" w="2031365">
                    <a:moveTo>
                      <a:pt x="0" y="0"/>
                    </a:moveTo>
                    <a:lnTo>
                      <a:pt x="2031365" y="0"/>
                    </a:lnTo>
                    <a:lnTo>
                      <a:pt x="2031365" y="755015"/>
                    </a:lnTo>
                    <a:lnTo>
                      <a:pt x="0" y="7550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168" r="-3" b="-171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96672"/>
              <a:ext cx="2747264" cy="676516"/>
              <a:chOff x="0" y="0"/>
              <a:chExt cx="2747264" cy="676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47264" cy="676529"/>
              </a:xfrm>
              <a:custGeom>
                <a:avLst/>
                <a:gdLst/>
                <a:ahLst/>
                <a:cxnLst/>
                <a:rect r="r" b="b" t="t" l="l"/>
                <a:pathLst>
                  <a:path h="676529" w="2747264">
                    <a:moveTo>
                      <a:pt x="0" y="0"/>
                    </a:moveTo>
                    <a:lnTo>
                      <a:pt x="2747264" y="0"/>
                    </a:lnTo>
                    <a:lnTo>
                      <a:pt x="2747264" y="676529"/>
                    </a:lnTo>
                    <a:lnTo>
                      <a:pt x="0" y="67652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49" t="0" r="-48" b="1"/>
                </a:stretch>
              </a:blipFill>
            </p:spPr>
          </p:sp>
        </p:grpSp>
      </p:grpSp>
      <p:sp>
        <p:nvSpPr>
          <p:cNvPr name="TextBox 14" id="14"/>
          <p:cNvSpPr txBox="true"/>
          <p:nvPr/>
        </p:nvSpPr>
        <p:spPr>
          <a:xfrm rot="0">
            <a:off x="-902638" y="3117922"/>
            <a:ext cx="12497276" cy="1479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3"/>
              </a:lnSpc>
            </a:pPr>
            <a:r>
              <a:rPr lang="en-US" b="true" sz="12745">
                <a:solidFill>
                  <a:srgbClr val="FEFEFD"/>
                </a:solidFill>
                <a:latin typeface="Raleway Bold"/>
                <a:ea typeface="Raleway Bold"/>
                <a:cs typeface="Raleway Bold"/>
                <a:sym typeface="Raleway Bold"/>
              </a:rPr>
              <a:t>Ener</a:t>
            </a:r>
            <a:r>
              <a:rPr lang="en-US" sz="12745" b="true">
                <a:solidFill>
                  <a:srgbClr val="01C897"/>
                </a:solidFill>
                <a:latin typeface="Raleway Bold"/>
                <a:ea typeface="Raleway Bold"/>
                <a:cs typeface="Raleway Bold"/>
                <a:sym typeface="Raleway Bold"/>
              </a:rPr>
              <a:t>gix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360605" y="4996428"/>
            <a:ext cx="4157959" cy="649567"/>
            <a:chOff x="0" y="0"/>
            <a:chExt cx="2061211" cy="3220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1211" cy="322008"/>
            </a:xfrm>
            <a:custGeom>
              <a:avLst/>
              <a:gdLst/>
              <a:ahLst/>
              <a:cxnLst/>
              <a:rect r="r" b="b" t="t" l="l"/>
              <a:pathLst>
                <a:path h="322008" w="2061211">
                  <a:moveTo>
                    <a:pt x="68892" y="0"/>
                  </a:moveTo>
                  <a:lnTo>
                    <a:pt x="1992319" y="0"/>
                  </a:lnTo>
                  <a:cubicBezTo>
                    <a:pt x="2030367" y="0"/>
                    <a:pt x="2061211" y="30844"/>
                    <a:pt x="2061211" y="68892"/>
                  </a:cubicBezTo>
                  <a:lnTo>
                    <a:pt x="2061211" y="253115"/>
                  </a:lnTo>
                  <a:cubicBezTo>
                    <a:pt x="2061211" y="291164"/>
                    <a:pt x="2030367" y="322008"/>
                    <a:pt x="1992319" y="322008"/>
                  </a:cubicBezTo>
                  <a:lnTo>
                    <a:pt x="68892" y="322008"/>
                  </a:lnTo>
                  <a:cubicBezTo>
                    <a:pt x="30844" y="322008"/>
                    <a:pt x="0" y="291164"/>
                    <a:pt x="0" y="253115"/>
                  </a:cubicBezTo>
                  <a:lnTo>
                    <a:pt x="0" y="68892"/>
                  </a:lnTo>
                  <a:cubicBezTo>
                    <a:pt x="0" y="30844"/>
                    <a:pt x="30844" y="0"/>
                    <a:pt x="68892" y="0"/>
                  </a:cubicBezTo>
                  <a:close/>
                </a:path>
              </a:pathLst>
            </a:custGeom>
            <a:solidFill>
              <a:srgbClr val="01C89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61211" cy="35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951246" y="4596959"/>
            <a:ext cx="4527889" cy="4056402"/>
            <a:chOff x="0" y="0"/>
            <a:chExt cx="1622693" cy="14537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22693" cy="1453723"/>
            </a:xfrm>
            <a:custGeom>
              <a:avLst/>
              <a:gdLst/>
              <a:ahLst/>
              <a:cxnLst/>
              <a:rect r="r" b="b" t="t" l="l"/>
              <a:pathLst>
                <a:path h="1453723" w="1622693">
                  <a:moveTo>
                    <a:pt x="811347" y="0"/>
                  </a:moveTo>
                  <a:cubicBezTo>
                    <a:pt x="363252" y="0"/>
                    <a:pt x="0" y="325427"/>
                    <a:pt x="0" y="726861"/>
                  </a:cubicBezTo>
                  <a:cubicBezTo>
                    <a:pt x="0" y="1128296"/>
                    <a:pt x="363252" y="1453723"/>
                    <a:pt x="811347" y="1453723"/>
                  </a:cubicBezTo>
                  <a:cubicBezTo>
                    <a:pt x="1259441" y="1453723"/>
                    <a:pt x="1622693" y="1128296"/>
                    <a:pt x="1622693" y="726861"/>
                  </a:cubicBezTo>
                  <a:cubicBezTo>
                    <a:pt x="1622693" y="325427"/>
                    <a:pt x="1259441" y="0"/>
                    <a:pt x="811347" y="0"/>
                  </a:cubicBezTo>
                  <a:close/>
                </a:path>
              </a:pathLst>
            </a:custGeom>
            <a:ln w="666750" cap="sq">
              <a:solidFill>
                <a:srgbClr val="01C897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152127" y="107712"/>
              <a:ext cx="1318438" cy="120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567226" y="5085031"/>
            <a:ext cx="3744716" cy="42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7"/>
              </a:lnSpc>
              <a:spcBef>
                <a:spcPct val="0"/>
              </a:spcBef>
            </a:pPr>
            <a:r>
              <a:rPr lang="en-US" sz="2527">
                <a:solidFill>
                  <a:srgbClr val="FFFFFF"/>
                </a:solidFill>
                <a:latin typeface="Droid Arabic Naskh"/>
                <a:ea typeface="Droid Arabic Naskh"/>
                <a:cs typeface="Droid Arabic Naskh"/>
                <a:sym typeface="Droid Arabic Naskh"/>
              </a:rPr>
              <a:t>Smart energy platform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6103" y="-832441"/>
            <a:ext cx="6852811" cy="2268000"/>
            <a:chOff x="0" y="0"/>
            <a:chExt cx="24558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893" cy="812800"/>
            </a:xfrm>
            <a:custGeom>
              <a:avLst/>
              <a:gdLst/>
              <a:ahLst/>
              <a:cxnLst/>
              <a:rect r="r" b="b" t="t" l="l"/>
              <a:pathLst>
                <a:path h="812800" w="2455893">
                  <a:moveTo>
                    <a:pt x="41801" y="0"/>
                  </a:moveTo>
                  <a:lnTo>
                    <a:pt x="2414092" y="0"/>
                  </a:lnTo>
                  <a:cubicBezTo>
                    <a:pt x="2425179" y="0"/>
                    <a:pt x="2435811" y="4404"/>
                    <a:pt x="2443650" y="12243"/>
                  </a:cubicBezTo>
                  <a:cubicBezTo>
                    <a:pt x="2451489" y="20082"/>
                    <a:pt x="2455893" y="30714"/>
                    <a:pt x="2455893" y="41801"/>
                  </a:cubicBezTo>
                  <a:lnTo>
                    <a:pt x="2455893" y="770999"/>
                  </a:lnTo>
                  <a:cubicBezTo>
                    <a:pt x="2455893" y="782086"/>
                    <a:pt x="2451489" y="792718"/>
                    <a:pt x="2443650" y="800557"/>
                  </a:cubicBezTo>
                  <a:cubicBezTo>
                    <a:pt x="2435811" y="808396"/>
                    <a:pt x="2425179" y="812800"/>
                    <a:pt x="2414092" y="812800"/>
                  </a:cubicBezTo>
                  <a:lnTo>
                    <a:pt x="41801" y="812800"/>
                  </a:lnTo>
                  <a:cubicBezTo>
                    <a:pt x="30714" y="812800"/>
                    <a:pt x="20082" y="808396"/>
                    <a:pt x="12243" y="800557"/>
                  </a:cubicBezTo>
                  <a:cubicBezTo>
                    <a:pt x="4404" y="792718"/>
                    <a:pt x="0" y="782086"/>
                    <a:pt x="0" y="770999"/>
                  </a:cubicBezTo>
                  <a:lnTo>
                    <a:pt x="0" y="41801"/>
                  </a:lnTo>
                  <a:cubicBezTo>
                    <a:pt x="0" y="30714"/>
                    <a:pt x="4404" y="20082"/>
                    <a:pt x="12243" y="12243"/>
                  </a:cubicBezTo>
                  <a:cubicBezTo>
                    <a:pt x="20082" y="4404"/>
                    <a:pt x="30714" y="0"/>
                    <a:pt x="41801" y="0"/>
                  </a:cubicBezTo>
                  <a:close/>
                </a:path>
              </a:pathLst>
            </a:custGeom>
            <a:solidFill>
              <a:srgbClr val="FEFE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558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66655" y="301559"/>
            <a:ext cx="5703818" cy="713784"/>
            <a:chOff x="0" y="0"/>
            <a:chExt cx="7605090" cy="95171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531081" y="0"/>
              <a:ext cx="951700" cy="951713"/>
              <a:chOff x="0" y="0"/>
              <a:chExt cx="951700" cy="95171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51738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951738">
                    <a:moveTo>
                      <a:pt x="0" y="0"/>
                    </a:moveTo>
                    <a:lnTo>
                      <a:pt x="951738" y="0"/>
                    </a:lnTo>
                    <a:lnTo>
                      <a:pt x="951738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2" b="2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840571" y="0"/>
              <a:ext cx="1701305" cy="951713"/>
              <a:chOff x="0" y="0"/>
              <a:chExt cx="1701305" cy="95171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01292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1701292">
                    <a:moveTo>
                      <a:pt x="0" y="0"/>
                    </a:moveTo>
                    <a:lnTo>
                      <a:pt x="1701292" y="0"/>
                    </a:lnTo>
                    <a:lnTo>
                      <a:pt x="1701292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39380" r="0" b="-39376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5573662" y="118135"/>
              <a:ext cx="2031429" cy="755040"/>
              <a:chOff x="0" y="0"/>
              <a:chExt cx="2031429" cy="75504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31365" cy="755015"/>
              </a:xfrm>
              <a:custGeom>
                <a:avLst/>
                <a:gdLst/>
                <a:ahLst/>
                <a:cxnLst/>
                <a:rect r="r" b="b" t="t" l="l"/>
                <a:pathLst>
                  <a:path h="755015" w="2031365">
                    <a:moveTo>
                      <a:pt x="0" y="0"/>
                    </a:moveTo>
                    <a:lnTo>
                      <a:pt x="2031365" y="0"/>
                    </a:lnTo>
                    <a:lnTo>
                      <a:pt x="2031365" y="755015"/>
                    </a:lnTo>
                    <a:lnTo>
                      <a:pt x="0" y="7550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168" r="-3" b="-171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96672"/>
              <a:ext cx="2747264" cy="676516"/>
              <a:chOff x="0" y="0"/>
              <a:chExt cx="2747264" cy="676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47264" cy="676529"/>
              </a:xfrm>
              <a:custGeom>
                <a:avLst/>
                <a:gdLst/>
                <a:ahLst/>
                <a:cxnLst/>
                <a:rect r="r" b="b" t="t" l="l"/>
                <a:pathLst>
                  <a:path h="676529" w="2747264">
                    <a:moveTo>
                      <a:pt x="0" y="0"/>
                    </a:moveTo>
                    <a:lnTo>
                      <a:pt x="2747264" y="0"/>
                    </a:lnTo>
                    <a:lnTo>
                      <a:pt x="2747264" y="676529"/>
                    </a:lnTo>
                    <a:lnTo>
                      <a:pt x="0" y="67652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49" t="0" r="-48" b="1"/>
                </a:stretch>
              </a:blipFill>
            </p:spPr>
          </p:sp>
        </p:grpSp>
      </p:grpSp>
      <p:sp>
        <p:nvSpPr>
          <p:cNvPr name="TextBox 14" id="14"/>
          <p:cNvSpPr txBox="true"/>
          <p:nvPr/>
        </p:nvSpPr>
        <p:spPr>
          <a:xfrm rot="0">
            <a:off x="-689130" y="495188"/>
            <a:ext cx="3691960" cy="45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3794" b="true">
                <a:solidFill>
                  <a:srgbClr val="050D1A"/>
                </a:solidFill>
                <a:latin typeface="Raleway Bold"/>
                <a:ea typeface="Raleway Bold"/>
                <a:cs typeface="Raleway Bold"/>
                <a:sym typeface="Raleway Bold"/>
              </a:rPr>
              <a:t>Ener</a:t>
            </a:r>
            <a:r>
              <a:rPr lang="en-US" sz="3794" b="true">
                <a:solidFill>
                  <a:srgbClr val="01C897"/>
                </a:solidFill>
                <a:latin typeface="Raleway Bold"/>
                <a:ea typeface="Raleway Bold"/>
                <a:cs typeface="Raleway Bold"/>
                <a:sym typeface="Raleway Bold"/>
              </a:rPr>
              <a:t>gix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8655" y="1587466"/>
            <a:ext cx="3947355" cy="46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4057" b="true">
                <a:solidFill>
                  <a:srgbClr val="050D1A"/>
                </a:solidFill>
                <a:latin typeface="Raleway Bold"/>
                <a:ea typeface="Raleway Bold"/>
                <a:cs typeface="Raleway Bold"/>
                <a:sym typeface="Raleway Bold"/>
              </a:rPr>
              <a:t>Team members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18655" y="2259852"/>
            <a:ext cx="5263582" cy="4771762"/>
            <a:chOff x="0" y="0"/>
            <a:chExt cx="1886349" cy="17100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86349" cy="1710092"/>
            </a:xfrm>
            <a:custGeom>
              <a:avLst/>
              <a:gdLst/>
              <a:ahLst/>
              <a:cxnLst/>
              <a:rect r="r" b="b" t="t" l="l"/>
              <a:pathLst>
                <a:path h="1710092" w="1886349">
                  <a:moveTo>
                    <a:pt x="54421" y="0"/>
                  </a:moveTo>
                  <a:lnTo>
                    <a:pt x="1831928" y="0"/>
                  </a:lnTo>
                  <a:cubicBezTo>
                    <a:pt x="1846361" y="0"/>
                    <a:pt x="1860203" y="5734"/>
                    <a:pt x="1870409" y="15940"/>
                  </a:cubicBezTo>
                  <a:cubicBezTo>
                    <a:pt x="1880615" y="26146"/>
                    <a:pt x="1886349" y="39988"/>
                    <a:pt x="1886349" y="54421"/>
                  </a:cubicBezTo>
                  <a:lnTo>
                    <a:pt x="1886349" y="1655671"/>
                  </a:lnTo>
                  <a:cubicBezTo>
                    <a:pt x="1886349" y="1670104"/>
                    <a:pt x="1880615" y="1683946"/>
                    <a:pt x="1870409" y="1694152"/>
                  </a:cubicBezTo>
                  <a:cubicBezTo>
                    <a:pt x="1860203" y="1704358"/>
                    <a:pt x="1846361" y="1710092"/>
                    <a:pt x="1831928" y="1710092"/>
                  </a:cubicBezTo>
                  <a:lnTo>
                    <a:pt x="54421" y="1710092"/>
                  </a:lnTo>
                  <a:cubicBezTo>
                    <a:pt x="39988" y="1710092"/>
                    <a:pt x="26146" y="1704358"/>
                    <a:pt x="15940" y="1694152"/>
                  </a:cubicBezTo>
                  <a:cubicBezTo>
                    <a:pt x="5734" y="1683946"/>
                    <a:pt x="0" y="1670104"/>
                    <a:pt x="0" y="1655671"/>
                  </a:cubicBezTo>
                  <a:lnTo>
                    <a:pt x="0" y="54421"/>
                  </a:lnTo>
                  <a:cubicBezTo>
                    <a:pt x="0" y="39988"/>
                    <a:pt x="5734" y="26146"/>
                    <a:pt x="15940" y="15940"/>
                  </a:cubicBezTo>
                  <a:cubicBezTo>
                    <a:pt x="26146" y="5734"/>
                    <a:pt x="39988" y="0"/>
                    <a:pt x="54421" y="0"/>
                  </a:cubicBezTo>
                  <a:close/>
                </a:path>
              </a:pathLst>
            </a:custGeom>
            <a:solidFill>
              <a:srgbClr val="01C89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886349" cy="1738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51246" y="4596959"/>
            <a:ext cx="4527889" cy="4056402"/>
            <a:chOff x="0" y="0"/>
            <a:chExt cx="1622693" cy="14537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22693" cy="1453723"/>
            </a:xfrm>
            <a:custGeom>
              <a:avLst/>
              <a:gdLst/>
              <a:ahLst/>
              <a:cxnLst/>
              <a:rect r="r" b="b" t="t" l="l"/>
              <a:pathLst>
                <a:path h="1453723" w="1622693">
                  <a:moveTo>
                    <a:pt x="811347" y="0"/>
                  </a:moveTo>
                  <a:cubicBezTo>
                    <a:pt x="363252" y="0"/>
                    <a:pt x="0" y="325427"/>
                    <a:pt x="0" y="726861"/>
                  </a:cubicBezTo>
                  <a:cubicBezTo>
                    <a:pt x="0" y="1128296"/>
                    <a:pt x="363252" y="1453723"/>
                    <a:pt x="811347" y="1453723"/>
                  </a:cubicBezTo>
                  <a:cubicBezTo>
                    <a:pt x="1259441" y="1453723"/>
                    <a:pt x="1622693" y="1128296"/>
                    <a:pt x="1622693" y="726861"/>
                  </a:cubicBezTo>
                  <a:cubicBezTo>
                    <a:pt x="1622693" y="325427"/>
                    <a:pt x="1259441" y="0"/>
                    <a:pt x="811347" y="0"/>
                  </a:cubicBezTo>
                  <a:close/>
                </a:path>
              </a:pathLst>
            </a:custGeom>
            <a:ln w="666750" cap="sq">
              <a:solidFill>
                <a:srgbClr val="01C897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52127" y="107712"/>
              <a:ext cx="1318438" cy="120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4588" y="2866381"/>
            <a:ext cx="3774541" cy="3461155"/>
            <a:chOff x="0" y="0"/>
            <a:chExt cx="5032721" cy="4614874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37742" y="3062328"/>
              <a:ext cx="3868570" cy="56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2"/>
                </a:lnSpc>
              </a:pPr>
              <a:r>
                <a:rPr lang="en-US" sz="3336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Sohaip osama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3856" y="104775"/>
              <a:ext cx="3319917" cy="56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2"/>
                </a:lnSpc>
              </a:pPr>
              <a:r>
                <a:rPr lang="en-US" sz="3336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Ahmed Alaa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087507"/>
              <a:ext cx="2949528" cy="56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2"/>
                </a:lnSpc>
              </a:pPr>
              <a:r>
                <a:rPr lang="en-US" sz="3336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Belal Rezk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4049739"/>
              <a:ext cx="5032721" cy="56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2"/>
                </a:lnSpc>
              </a:pPr>
              <a:r>
                <a:rPr lang="en-US" sz="3336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Youssef Mohamed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2074918"/>
              <a:ext cx="3868570" cy="56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2"/>
                </a:lnSpc>
              </a:pPr>
              <a:r>
                <a:rPr lang="en-US" sz="3336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Malak Ahmed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6103" y="-832441"/>
            <a:ext cx="6852811" cy="2268000"/>
            <a:chOff x="0" y="0"/>
            <a:chExt cx="24558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893" cy="812800"/>
            </a:xfrm>
            <a:custGeom>
              <a:avLst/>
              <a:gdLst/>
              <a:ahLst/>
              <a:cxnLst/>
              <a:rect r="r" b="b" t="t" l="l"/>
              <a:pathLst>
                <a:path h="812800" w="2455893">
                  <a:moveTo>
                    <a:pt x="41801" y="0"/>
                  </a:moveTo>
                  <a:lnTo>
                    <a:pt x="2414092" y="0"/>
                  </a:lnTo>
                  <a:cubicBezTo>
                    <a:pt x="2425179" y="0"/>
                    <a:pt x="2435811" y="4404"/>
                    <a:pt x="2443650" y="12243"/>
                  </a:cubicBezTo>
                  <a:cubicBezTo>
                    <a:pt x="2451489" y="20082"/>
                    <a:pt x="2455893" y="30714"/>
                    <a:pt x="2455893" y="41801"/>
                  </a:cubicBezTo>
                  <a:lnTo>
                    <a:pt x="2455893" y="770999"/>
                  </a:lnTo>
                  <a:cubicBezTo>
                    <a:pt x="2455893" y="782086"/>
                    <a:pt x="2451489" y="792718"/>
                    <a:pt x="2443650" y="800557"/>
                  </a:cubicBezTo>
                  <a:cubicBezTo>
                    <a:pt x="2435811" y="808396"/>
                    <a:pt x="2425179" y="812800"/>
                    <a:pt x="2414092" y="812800"/>
                  </a:cubicBezTo>
                  <a:lnTo>
                    <a:pt x="41801" y="812800"/>
                  </a:lnTo>
                  <a:cubicBezTo>
                    <a:pt x="30714" y="812800"/>
                    <a:pt x="20082" y="808396"/>
                    <a:pt x="12243" y="800557"/>
                  </a:cubicBezTo>
                  <a:cubicBezTo>
                    <a:pt x="4404" y="792718"/>
                    <a:pt x="0" y="782086"/>
                    <a:pt x="0" y="770999"/>
                  </a:cubicBezTo>
                  <a:lnTo>
                    <a:pt x="0" y="41801"/>
                  </a:lnTo>
                  <a:cubicBezTo>
                    <a:pt x="0" y="30714"/>
                    <a:pt x="4404" y="20082"/>
                    <a:pt x="12243" y="12243"/>
                  </a:cubicBezTo>
                  <a:cubicBezTo>
                    <a:pt x="20082" y="4404"/>
                    <a:pt x="30714" y="0"/>
                    <a:pt x="41801" y="0"/>
                  </a:cubicBezTo>
                  <a:close/>
                </a:path>
              </a:pathLst>
            </a:custGeom>
            <a:solidFill>
              <a:srgbClr val="FEFE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558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66655" y="301559"/>
            <a:ext cx="5703818" cy="713784"/>
            <a:chOff x="0" y="0"/>
            <a:chExt cx="7605090" cy="95171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531081" y="0"/>
              <a:ext cx="951700" cy="951713"/>
              <a:chOff x="0" y="0"/>
              <a:chExt cx="951700" cy="95171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51738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951738">
                    <a:moveTo>
                      <a:pt x="0" y="0"/>
                    </a:moveTo>
                    <a:lnTo>
                      <a:pt x="951738" y="0"/>
                    </a:lnTo>
                    <a:lnTo>
                      <a:pt x="951738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2" b="2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840571" y="0"/>
              <a:ext cx="1701305" cy="951713"/>
              <a:chOff x="0" y="0"/>
              <a:chExt cx="1701305" cy="95171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01292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1701292">
                    <a:moveTo>
                      <a:pt x="0" y="0"/>
                    </a:moveTo>
                    <a:lnTo>
                      <a:pt x="1701292" y="0"/>
                    </a:lnTo>
                    <a:lnTo>
                      <a:pt x="1701292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39380" r="0" b="-39376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5573662" y="118135"/>
              <a:ext cx="2031429" cy="755040"/>
              <a:chOff x="0" y="0"/>
              <a:chExt cx="2031429" cy="75504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31365" cy="755015"/>
              </a:xfrm>
              <a:custGeom>
                <a:avLst/>
                <a:gdLst/>
                <a:ahLst/>
                <a:cxnLst/>
                <a:rect r="r" b="b" t="t" l="l"/>
                <a:pathLst>
                  <a:path h="755015" w="2031365">
                    <a:moveTo>
                      <a:pt x="0" y="0"/>
                    </a:moveTo>
                    <a:lnTo>
                      <a:pt x="2031365" y="0"/>
                    </a:lnTo>
                    <a:lnTo>
                      <a:pt x="2031365" y="755015"/>
                    </a:lnTo>
                    <a:lnTo>
                      <a:pt x="0" y="7550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168" r="-3" b="-171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96672"/>
              <a:ext cx="2747264" cy="676516"/>
              <a:chOff x="0" y="0"/>
              <a:chExt cx="2747264" cy="676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47264" cy="676529"/>
              </a:xfrm>
              <a:custGeom>
                <a:avLst/>
                <a:gdLst/>
                <a:ahLst/>
                <a:cxnLst/>
                <a:rect r="r" b="b" t="t" l="l"/>
                <a:pathLst>
                  <a:path h="676529" w="2747264">
                    <a:moveTo>
                      <a:pt x="0" y="0"/>
                    </a:moveTo>
                    <a:lnTo>
                      <a:pt x="2747264" y="0"/>
                    </a:lnTo>
                    <a:lnTo>
                      <a:pt x="2747264" y="676529"/>
                    </a:lnTo>
                    <a:lnTo>
                      <a:pt x="0" y="67652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49" t="0" r="-48" b="1"/>
                </a:stretch>
              </a:blipFill>
            </p:spPr>
          </p:sp>
        </p:grpSp>
      </p:grpSp>
      <p:grpSp>
        <p:nvGrpSpPr>
          <p:cNvPr name="Group 14" id="14"/>
          <p:cNvGrpSpPr/>
          <p:nvPr/>
        </p:nvGrpSpPr>
        <p:grpSpPr>
          <a:xfrm rot="0">
            <a:off x="7518563" y="3952860"/>
            <a:ext cx="5226992" cy="4641697"/>
            <a:chOff x="0" y="0"/>
            <a:chExt cx="1873236" cy="16634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73236" cy="1663479"/>
            </a:xfrm>
            <a:custGeom>
              <a:avLst/>
              <a:gdLst/>
              <a:ahLst/>
              <a:cxnLst/>
              <a:rect r="r" b="b" t="t" l="l"/>
              <a:pathLst>
                <a:path h="1663479" w="1873236">
                  <a:moveTo>
                    <a:pt x="936618" y="0"/>
                  </a:moveTo>
                  <a:cubicBezTo>
                    <a:pt x="419338" y="0"/>
                    <a:pt x="0" y="372383"/>
                    <a:pt x="0" y="831740"/>
                  </a:cubicBezTo>
                  <a:cubicBezTo>
                    <a:pt x="0" y="1291097"/>
                    <a:pt x="419338" y="1663479"/>
                    <a:pt x="936618" y="1663479"/>
                  </a:cubicBezTo>
                  <a:cubicBezTo>
                    <a:pt x="1453898" y="1663479"/>
                    <a:pt x="1873236" y="1291097"/>
                    <a:pt x="1873236" y="831740"/>
                  </a:cubicBezTo>
                  <a:cubicBezTo>
                    <a:pt x="1873236" y="372383"/>
                    <a:pt x="1453898" y="0"/>
                    <a:pt x="936618" y="0"/>
                  </a:cubicBezTo>
                  <a:close/>
                </a:path>
              </a:pathLst>
            </a:custGeom>
            <a:ln w="666750" cap="sq">
              <a:solidFill>
                <a:srgbClr val="01C89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75616" y="127376"/>
              <a:ext cx="1522004" cy="1380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-689130" y="495188"/>
            <a:ext cx="3691960" cy="45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3794" b="true">
                <a:solidFill>
                  <a:srgbClr val="050D1A"/>
                </a:solidFill>
                <a:latin typeface="Raleway Bold"/>
                <a:ea typeface="Raleway Bold"/>
                <a:cs typeface="Raleway Bold"/>
                <a:sym typeface="Raleway Bold"/>
              </a:rPr>
              <a:t>Ener</a:t>
            </a:r>
            <a:r>
              <a:rPr lang="en-US" sz="3794" b="true">
                <a:solidFill>
                  <a:srgbClr val="01C897"/>
                </a:solidFill>
                <a:latin typeface="Raleway Bold"/>
                <a:ea typeface="Raleway Bold"/>
                <a:cs typeface="Raleway Bold"/>
                <a:sym typeface="Raleway Bold"/>
              </a:rPr>
              <a:t>gix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689130" y="1587959"/>
            <a:ext cx="3947355" cy="46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4057" b="true">
                <a:solidFill>
                  <a:srgbClr val="050D1A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8051" y="2106111"/>
            <a:ext cx="6985029" cy="184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  <a:r>
              <a:rPr lang="en-US" sz="2107">
                <a:solidFill>
                  <a:srgbClr val="050D1A"/>
                </a:solidFill>
                <a:latin typeface="Raleway"/>
                <a:ea typeface="Raleway"/>
                <a:cs typeface="Raleway"/>
                <a:sym typeface="Raleway"/>
              </a:rPr>
              <a:t>One of the most important</a:t>
            </a:r>
            <a:r>
              <a:rPr lang="en-US" sz="2107">
                <a:solidFill>
                  <a:srgbClr val="050D1A"/>
                </a:solidFill>
                <a:latin typeface="Raleway"/>
                <a:ea typeface="Raleway"/>
                <a:cs typeface="Raleway"/>
                <a:sym typeface="Raleway"/>
              </a:rPr>
              <a:t> problems that affects the bud</a:t>
            </a:r>
            <a:r>
              <a:rPr lang="en-US" sz="2107">
                <a:solidFill>
                  <a:srgbClr val="050D1A"/>
                </a:solidFill>
                <a:latin typeface="Raleway"/>
                <a:ea typeface="Raleway"/>
                <a:cs typeface="Raleway"/>
                <a:sym typeface="Raleway"/>
              </a:rPr>
              <a:t>get is the lighting that is on in the warehouses 24 hours a day, and this increases the financial cost for the hypermarket or any company that has warehouses, and now Suhaib will tell us the solution to it.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6103" y="-832441"/>
            <a:ext cx="6852811" cy="2268000"/>
            <a:chOff x="0" y="0"/>
            <a:chExt cx="24558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893" cy="812800"/>
            </a:xfrm>
            <a:custGeom>
              <a:avLst/>
              <a:gdLst/>
              <a:ahLst/>
              <a:cxnLst/>
              <a:rect r="r" b="b" t="t" l="l"/>
              <a:pathLst>
                <a:path h="812800" w="2455893">
                  <a:moveTo>
                    <a:pt x="41801" y="0"/>
                  </a:moveTo>
                  <a:lnTo>
                    <a:pt x="2414092" y="0"/>
                  </a:lnTo>
                  <a:cubicBezTo>
                    <a:pt x="2425179" y="0"/>
                    <a:pt x="2435811" y="4404"/>
                    <a:pt x="2443650" y="12243"/>
                  </a:cubicBezTo>
                  <a:cubicBezTo>
                    <a:pt x="2451489" y="20082"/>
                    <a:pt x="2455893" y="30714"/>
                    <a:pt x="2455893" y="41801"/>
                  </a:cubicBezTo>
                  <a:lnTo>
                    <a:pt x="2455893" y="770999"/>
                  </a:lnTo>
                  <a:cubicBezTo>
                    <a:pt x="2455893" y="782086"/>
                    <a:pt x="2451489" y="792718"/>
                    <a:pt x="2443650" y="800557"/>
                  </a:cubicBezTo>
                  <a:cubicBezTo>
                    <a:pt x="2435811" y="808396"/>
                    <a:pt x="2425179" y="812800"/>
                    <a:pt x="2414092" y="812800"/>
                  </a:cubicBezTo>
                  <a:lnTo>
                    <a:pt x="41801" y="812800"/>
                  </a:lnTo>
                  <a:cubicBezTo>
                    <a:pt x="30714" y="812800"/>
                    <a:pt x="20082" y="808396"/>
                    <a:pt x="12243" y="800557"/>
                  </a:cubicBezTo>
                  <a:cubicBezTo>
                    <a:pt x="4404" y="792718"/>
                    <a:pt x="0" y="782086"/>
                    <a:pt x="0" y="770999"/>
                  </a:cubicBezTo>
                  <a:lnTo>
                    <a:pt x="0" y="41801"/>
                  </a:lnTo>
                  <a:cubicBezTo>
                    <a:pt x="0" y="30714"/>
                    <a:pt x="4404" y="20082"/>
                    <a:pt x="12243" y="12243"/>
                  </a:cubicBezTo>
                  <a:cubicBezTo>
                    <a:pt x="20082" y="4404"/>
                    <a:pt x="30714" y="0"/>
                    <a:pt x="41801" y="0"/>
                  </a:cubicBezTo>
                  <a:close/>
                </a:path>
              </a:pathLst>
            </a:custGeom>
            <a:solidFill>
              <a:srgbClr val="FEFE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558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66655" y="301559"/>
            <a:ext cx="5703818" cy="713784"/>
            <a:chOff x="0" y="0"/>
            <a:chExt cx="7605090" cy="95171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531081" y="0"/>
              <a:ext cx="951700" cy="951713"/>
              <a:chOff x="0" y="0"/>
              <a:chExt cx="951700" cy="95171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51738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951738">
                    <a:moveTo>
                      <a:pt x="0" y="0"/>
                    </a:moveTo>
                    <a:lnTo>
                      <a:pt x="951738" y="0"/>
                    </a:lnTo>
                    <a:lnTo>
                      <a:pt x="951738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2" b="2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840571" y="0"/>
              <a:ext cx="1701305" cy="951713"/>
              <a:chOff x="0" y="0"/>
              <a:chExt cx="1701305" cy="95171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01292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1701292">
                    <a:moveTo>
                      <a:pt x="0" y="0"/>
                    </a:moveTo>
                    <a:lnTo>
                      <a:pt x="1701292" y="0"/>
                    </a:lnTo>
                    <a:lnTo>
                      <a:pt x="1701292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39380" r="0" b="-39376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5573662" y="118135"/>
              <a:ext cx="2031429" cy="755040"/>
              <a:chOff x="0" y="0"/>
              <a:chExt cx="2031429" cy="75504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31365" cy="755015"/>
              </a:xfrm>
              <a:custGeom>
                <a:avLst/>
                <a:gdLst/>
                <a:ahLst/>
                <a:cxnLst/>
                <a:rect r="r" b="b" t="t" l="l"/>
                <a:pathLst>
                  <a:path h="755015" w="2031365">
                    <a:moveTo>
                      <a:pt x="0" y="0"/>
                    </a:moveTo>
                    <a:lnTo>
                      <a:pt x="2031365" y="0"/>
                    </a:lnTo>
                    <a:lnTo>
                      <a:pt x="2031365" y="755015"/>
                    </a:lnTo>
                    <a:lnTo>
                      <a:pt x="0" y="7550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168" r="-3" b="-171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96672"/>
              <a:ext cx="2747264" cy="676516"/>
              <a:chOff x="0" y="0"/>
              <a:chExt cx="2747264" cy="676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47264" cy="676529"/>
              </a:xfrm>
              <a:custGeom>
                <a:avLst/>
                <a:gdLst/>
                <a:ahLst/>
                <a:cxnLst/>
                <a:rect r="r" b="b" t="t" l="l"/>
                <a:pathLst>
                  <a:path h="676529" w="2747264">
                    <a:moveTo>
                      <a:pt x="0" y="0"/>
                    </a:moveTo>
                    <a:lnTo>
                      <a:pt x="2747264" y="0"/>
                    </a:lnTo>
                    <a:lnTo>
                      <a:pt x="2747264" y="676529"/>
                    </a:lnTo>
                    <a:lnTo>
                      <a:pt x="0" y="67652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49" t="0" r="-48" b="1"/>
                </a:stretch>
              </a:blipFill>
            </p:spPr>
          </p:sp>
        </p:grpSp>
      </p:grpSp>
      <p:grpSp>
        <p:nvGrpSpPr>
          <p:cNvPr name="Group 14" id="14"/>
          <p:cNvGrpSpPr/>
          <p:nvPr/>
        </p:nvGrpSpPr>
        <p:grpSpPr>
          <a:xfrm rot="0">
            <a:off x="7518563" y="3952860"/>
            <a:ext cx="5226992" cy="4641697"/>
            <a:chOff x="0" y="0"/>
            <a:chExt cx="1873236" cy="16634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73236" cy="1663479"/>
            </a:xfrm>
            <a:custGeom>
              <a:avLst/>
              <a:gdLst/>
              <a:ahLst/>
              <a:cxnLst/>
              <a:rect r="r" b="b" t="t" l="l"/>
              <a:pathLst>
                <a:path h="1663479" w="1873236">
                  <a:moveTo>
                    <a:pt x="936618" y="0"/>
                  </a:moveTo>
                  <a:cubicBezTo>
                    <a:pt x="419338" y="0"/>
                    <a:pt x="0" y="372383"/>
                    <a:pt x="0" y="831740"/>
                  </a:cubicBezTo>
                  <a:cubicBezTo>
                    <a:pt x="0" y="1291097"/>
                    <a:pt x="419338" y="1663479"/>
                    <a:pt x="936618" y="1663479"/>
                  </a:cubicBezTo>
                  <a:cubicBezTo>
                    <a:pt x="1453898" y="1663479"/>
                    <a:pt x="1873236" y="1291097"/>
                    <a:pt x="1873236" y="831740"/>
                  </a:cubicBezTo>
                  <a:cubicBezTo>
                    <a:pt x="1873236" y="372383"/>
                    <a:pt x="1453898" y="0"/>
                    <a:pt x="936618" y="0"/>
                  </a:cubicBezTo>
                  <a:close/>
                </a:path>
              </a:pathLst>
            </a:custGeom>
            <a:ln w="666750" cap="sq">
              <a:solidFill>
                <a:srgbClr val="01C89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75616" y="127376"/>
              <a:ext cx="1522004" cy="1380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-689130" y="495188"/>
            <a:ext cx="3691960" cy="45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3794" b="true">
                <a:solidFill>
                  <a:srgbClr val="050D1A"/>
                </a:solidFill>
                <a:latin typeface="Raleway Bold"/>
                <a:ea typeface="Raleway Bold"/>
                <a:cs typeface="Raleway Bold"/>
                <a:sym typeface="Raleway Bold"/>
              </a:rPr>
              <a:t>Ener</a:t>
            </a:r>
            <a:r>
              <a:rPr lang="en-US" sz="3794" b="true">
                <a:solidFill>
                  <a:srgbClr val="01C897"/>
                </a:solidFill>
                <a:latin typeface="Raleway Bold"/>
                <a:ea typeface="Raleway Bold"/>
                <a:cs typeface="Raleway Bold"/>
                <a:sym typeface="Raleway Bold"/>
              </a:rPr>
              <a:t>gix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689130" y="1587959"/>
            <a:ext cx="3947355" cy="46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b="true" sz="405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Solution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2178" y="1992304"/>
            <a:ext cx="6985029" cy="3990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8"/>
              </a:lnSpc>
            </a:pPr>
          </a:p>
          <a:p>
            <a:pPr algn="l" marL="455051" indent="-227526" lvl="1">
              <a:lnSpc>
                <a:spcPts val="2908"/>
              </a:lnSpc>
              <a:buFont typeface="Arial"/>
              <a:buChar char="•"/>
            </a:pPr>
            <a:r>
              <a:rPr lang="en-US" sz="210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When there is no movement, the light is reduced to 20%. When movement is detected in a specific area, the lighting in that area is turned on at 100% while the lighting in the rest of the warehouse is reduced.</a:t>
            </a:r>
          </a:p>
          <a:p>
            <a:pPr algn="l">
              <a:lnSpc>
                <a:spcPts val="2908"/>
              </a:lnSpc>
            </a:pPr>
          </a:p>
          <a:p>
            <a:pPr algn="l" marL="455051" indent="-227526" lvl="1">
              <a:lnSpc>
                <a:spcPts val="2908"/>
              </a:lnSpc>
              <a:buFont typeface="Arial"/>
              <a:buChar char="•"/>
            </a:pPr>
            <a:r>
              <a:rPr lang="en-US" sz="210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system also reduces the lighting according to the intensity of sunlight. In the event of an emergency, such as a fire, the warehouse lights are turned on for safety reasons. Now, Bilal will explain the software prototype.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6103" y="-832441"/>
            <a:ext cx="6852811" cy="2268000"/>
            <a:chOff x="0" y="0"/>
            <a:chExt cx="24558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893" cy="812800"/>
            </a:xfrm>
            <a:custGeom>
              <a:avLst/>
              <a:gdLst/>
              <a:ahLst/>
              <a:cxnLst/>
              <a:rect r="r" b="b" t="t" l="l"/>
              <a:pathLst>
                <a:path h="812800" w="2455893">
                  <a:moveTo>
                    <a:pt x="41801" y="0"/>
                  </a:moveTo>
                  <a:lnTo>
                    <a:pt x="2414092" y="0"/>
                  </a:lnTo>
                  <a:cubicBezTo>
                    <a:pt x="2425179" y="0"/>
                    <a:pt x="2435811" y="4404"/>
                    <a:pt x="2443650" y="12243"/>
                  </a:cubicBezTo>
                  <a:cubicBezTo>
                    <a:pt x="2451489" y="20082"/>
                    <a:pt x="2455893" y="30714"/>
                    <a:pt x="2455893" y="41801"/>
                  </a:cubicBezTo>
                  <a:lnTo>
                    <a:pt x="2455893" y="770999"/>
                  </a:lnTo>
                  <a:cubicBezTo>
                    <a:pt x="2455893" y="782086"/>
                    <a:pt x="2451489" y="792718"/>
                    <a:pt x="2443650" y="800557"/>
                  </a:cubicBezTo>
                  <a:cubicBezTo>
                    <a:pt x="2435811" y="808396"/>
                    <a:pt x="2425179" y="812800"/>
                    <a:pt x="2414092" y="812800"/>
                  </a:cubicBezTo>
                  <a:lnTo>
                    <a:pt x="41801" y="812800"/>
                  </a:lnTo>
                  <a:cubicBezTo>
                    <a:pt x="30714" y="812800"/>
                    <a:pt x="20082" y="808396"/>
                    <a:pt x="12243" y="800557"/>
                  </a:cubicBezTo>
                  <a:cubicBezTo>
                    <a:pt x="4404" y="792718"/>
                    <a:pt x="0" y="782086"/>
                    <a:pt x="0" y="770999"/>
                  </a:cubicBezTo>
                  <a:lnTo>
                    <a:pt x="0" y="41801"/>
                  </a:lnTo>
                  <a:cubicBezTo>
                    <a:pt x="0" y="30714"/>
                    <a:pt x="4404" y="20082"/>
                    <a:pt x="12243" y="12243"/>
                  </a:cubicBezTo>
                  <a:cubicBezTo>
                    <a:pt x="20082" y="4404"/>
                    <a:pt x="30714" y="0"/>
                    <a:pt x="41801" y="0"/>
                  </a:cubicBezTo>
                  <a:close/>
                </a:path>
              </a:pathLst>
            </a:custGeom>
            <a:solidFill>
              <a:srgbClr val="FEFE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558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66655" y="301559"/>
            <a:ext cx="5703818" cy="713784"/>
            <a:chOff x="0" y="0"/>
            <a:chExt cx="7605090" cy="95171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531081" y="0"/>
              <a:ext cx="951700" cy="951713"/>
              <a:chOff x="0" y="0"/>
              <a:chExt cx="951700" cy="95171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51738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951738">
                    <a:moveTo>
                      <a:pt x="0" y="0"/>
                    </a:moveTo>
                    <a:lnTo>
                      <a:pt x="951738" y="0"/>
                    </a:lnTo>
                    <a:lnTo>
                      <a:pt x="951738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2" b="2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840571" y="0"/>
              <a:ext cx="1701305" cy="951713"/>
              <a:chOff x="0" y="0"/>
              <a:chExt cx="1701305" cy="95171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01292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1701292">
                    <a:moveTo>
                      <a:pt x="0" y="0"/>
                    </a:moveTo>
                    <a:lnTo>
                      <a:pt x="1701292" y="0"/>
                    </a:lnTo>
                    <a:lnTo>
                      <a:pt x="1701292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39380" r="0" b="-39376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5573662" y="118135"/>
              <a:ext cx="2031429" cy="755040"/>
              <a:chOff x="0" y="0"/>
              <a:chExt cx="2031429" cy="75504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31365" cy="755015"/>
              </a:xfrm>
              <a:custGeom>
                <a:avLst/>
                <a:gdLst/>
                <a:ahLst/>
                <a:cxnLst/>
                <a:rect r="r" b="b" t="t" l="l"/>
                <a:pathLst>
                  <a:path h="755015" w="2031365">
                    <a:moveTo>
                      <a:pt x="0" y="0"/>
                    </a:moveTo>
                    <a:lnTo>
                      <a:pt x="2031365" y="0"/>
                    </a:lnTo>
                    <a:lnTo>
                      <a:pt x="2031365" y="755015"/>
                    </a:lnTo>
                    <a:lnTo>
                      <a:pt x="0" y="7550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168" r="-3" b="-171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96672"/>
              <a:ext cx="2747264" cy="676516"/>
              <a:chOff x="0" y="0"/>
              <a:chExt cx="2747264" cy="676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47264" cy="676529"/>
              </a:xfrm>
              <a:custGeom>
                <a:avLst/>
                <a:gdLst/>
                <a:ahLst/>
                <a:cxnLst/>
                <a:rect r="r" b="b" t="t" l="l"/>
                <a:pathLst>
                  <a:path h="676529" w="2747264">
                    <a:moveTo>
                      <a:pt x="0" y="0"/>
                    </a:moveTo>
                    <a:lnTo>
                      <a:pt x="2747264" y="0"/>
                    </a:lnTo>
                    <a:lnTo>
                      <a:pt x="2747264" y="676529"/>
                    </a:lnTo>
                    <a:lnTo>
                      <a:pt x="0" y="67652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49" t="0" r="-48" b="1"/>
                </a:stretch>
              </a:blipFill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3817002">
            <a:off x="7891015" y="3431131"/>
            <a:ext cx="1371859" cy="1294536"/>
          </a:xfrm>
          <a:custGeom>
            <a:avLst/>
            <a:gdLst/>
            <a:ahLst/>
            <a:cxnLst/>
            <a:rect r="r" b="b" t="t" l="l"/>
            <a:pathLst>
              <a:path h="1294536" w="1371859">
                <a:moveTo>
                  <a:pt x="0" y="0"/>
                </a:moveTo>
                <a:lnTo>
                  <a:pt x="1371859" y="0"/>
                </a:lnTo>
                <a:lnTo>
                  <a:pt x="1371859" y="1294536"/>
                </a:lnTo>
                <a:lnTo>
                  <a:pt x="0" y="1294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6568064">
            <a:off x="1262144" y="3391451"/>
            <a:ext cx="1371859" cy="1294536"/>
          </a:xfrm>
          <a:custGeom>
            <a:avLst/>
            <a:gdLst/>
            <a:ahLst/>
            <a:cxnLst/>
            <a:rect r="r" b="b" t="t" l="l"/>
            <a:pathLst>
              <a:path h="1294536" w="1371859">
                <a:moveTo>
                  <a:pt x="0" y="1294536"/>
                </a:moveTo>
                <a:lnTo>
                  <a:pt x="1371859" y="1294536"/>
                </a:lnTo>
                <a:lnTo>
                  <a:pt x="1371859" y="0"/>
                </a:lnTo>
                <a:lnTo>
                  <a:pt x="0" y="0"/>
                </a:lnTo>
                <a:lnTo>
                  <a:pt x="0" y="129453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85186" y="2193366"/>
            <a:ext cx="7954645" cy="5574291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8564839" y="4519825"/>
            <a:ext cx="1793528" cy="921374"/>
            <a:chOff x="0" y="0"/>
            <a:chExt cx="1154406" cy="5930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4406" cy="593043"/>
            </a:xfrm>
            <a:custGeom>
              <a:avLst/>
              <a:gdLst/>
              <a:ahLst/>
              <a:cxnLst/>
              <a:rect r="r" b="b" t="t" l="l"/>
              <a:pathLst>
                <a:path h="593043" w="1154406">
                  <a:moveTo>
                    <a:pt x="159714" y="0"/>
                  </a:moveTo>
                  <a:lnTo>
                    <a:pt x="994692" y="0"/>
                  </a:lnTo>
                  <a:cubicBezTo>
                    <a:pt x="1082900" y="0"/>
                    <a:pt x="1154406" y="71506"/>
                    <a:pt x="1154406" y="159714"/>
                  </a:cubicBezTo>
                  <a:lnTo>
                    <a:pt x="1154406" y="433330"/>
                  </a:lnTo>
                  <a:cubicBezTo>
                    <a:pt x="1154406" y="521537"/>
                    <a:pt x="1082900" y="593043"/>
                    <a:pt x="994692" y="593043"/>
                  </a:cubicBezTo>
                  <a:lnTo>
                    <a:pt x="159714" y="593043"/>
                  </a:lnTo>
                  <a:cubicBezTo>
                    <a:pt x="71506" y="593043"/>
                    <a:pt x="0" y="521537"/>
                    <a:pt x="0" y="433330"/>
                  </a:cubicBezTo>
                  <a:lnTo>
                    <a:pt x="0" y="159714"/>
                  </a:lnTo>
                  <a:cubicBezTo>
                    <a:pt x="0" y="71506"/>
                    <a:pt x="71506" y="0"/>
                    <a:pt x="159714" y="0"/>
                  </a:cubicBezTo>
                  <a:close/>
                </a:path>
              </a:pathLst>
            </a:custGeom>
            <a:solidFill>
              <a:srgbClr val="01C89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154406" cy="62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-689130" y="495188"/>
            <a:ext cx="3691960" cy="45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3794" b="true">
                <a:solidFill>
                  <a:srgbClr val="050D1A"/>
                </a:solidFill>
                <a:latin typeface="Raleway Bold"/>
                <a:ea typeface="Raleway Bold"/>
                <a:cs typeface="Raleway Bold"/>
                <a:sym typeface="Raleway Bold"/>
              </a:rPr>
              <a:t>Ener</a:t>
            </a:r>
            <a:r>
              <a:rPr lang="en-US" sz="3794" b="true">
                <a:solidFill>
                  <a:srgbClr val="01C897"/>
                </a:solidFill>
                <a:latin typeface="Raleway Bold"/>
                <a:ea typeface="Raleway Bold"/>
                <a:cs typeface="Raleway Bold"/>
                <a:sym typeface="Raleway Bold"/>
              </a:rPr>
              <a:t>gix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315191" y="1587959"/>
            <a:ext cx="5661191" cy="46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b="true" sz="405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Software Solution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04309" y="4743440"/>
            <a:ext cx="1314588" cy="5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2"/>
              </a:lnSpc>
            </a:pPr>
            <a:r>
              <a:rPr lang="en-US" sz="2475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Extract </a:t>
            </a:r>
          </a:p>
          <a:p>
            <a:pPr algn="ctr">
              <a:lnSpc>
                <a:spcPts val="2004"/>
              </a:lnSpc>
            </a:pPr>
            <a:r>
              <a:rPr lang="en-US" b="true" sz="247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pdf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28009" y="4667240"/>
            <a:ext cx="1923594" cy="921374"/>
            <a:chOff x="0" y="0"/>
            <a:chExt cx="1238123" cy="5930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38123" cy="593043"/>
            </a:xfrm>
            <a:custGeom>
              <a:avLst/>
              <a:gdLst/>
              <a:ahLst/>
              <a:cxnLst/>
              <a:rect r="r" b="b" t="t" l="l"/>
              <a:pathLst>
                <a:path h="593043" w="1238123">
                  <a:moveTo>
                    <a:pt x="148915" y="0"/>
                  </a:moveTo>
                  <a:lnTo>
                    <a:pt x="1089208" y="0"/>
                  </a:lnTo>
                  <a:cubicBezTo>
                    <a:pt x="1171451" y="0"/>
                    <a:pt x="1238123" y="66671"/>
                    <a:pt x="1238123" y="148915"/>
                  </a:cubicBezTo>
                  <a:lnTo>
                    <a:pt x="1238123" y="444129"/>
                  </a:lnTo>
                  <a:cubicBezTo>
                    <a:pt x="1238123" y="526372"/>
                    <a:pt x="1171451" y="593043"/>
                    <a:pt x="1089208" y="593043"/>
                  </a:cubicBezTo>
                  <a:lnTo>
                    <a:pt x="148915" y="593043"/>
                  </a:lnTo>
                  <a:cubicBezTo>
                    <a:pt x="66671" y="593043"/>
                    <a:pt x="0" y="526372"/>
                    <a:pt x="0" y="444129"/>
                  </a:cubicBezTo>
                  <a:lnTo>
                    <a:pt x="0" y="148915"/>
                  </a:lnTo>
                  <a:cubicBezTo>
                    <a:pt x="0" y="66671"/>
                    <a:pt x="66671" y="0"/>
                    <a:pt x="148915" y="0"/>
                  </a:cubicBezTo>
                  <a:close/>
                </a:path>
              </a:pathLst>
            </a:custGeom>
            <a:solidFill>
              <a:srgbClr val="01C89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238123" cy="62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39615" y="4977353"/>
            <a:ext cx="1700382" cy="29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4"/>
              </a:lnSpc>
            </a:pPr>
            <a:r>
              <a:rPr lang="en-US" b="true" sz="247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Dashboard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6103" y="-832441"/>
            <a:ext cx="6852811" cy="2268000"/>
            <a:chOff x="0" y="0"/>
            <a:chExt cx="245589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5893" cy="812800"/>
            </a:xfrm>
            <a:custGeom>
              <a:avLst/>
              <a:gdLst/>
              <a:ahLst/>
              <a:cxnLst/>
              <a:rect r="r" b="b" t="t" l="l"/>
              <a:pathLst>
                <a:path h="812800" w="2455893">
                  <a:moveTo>
                    <a:pt x="41801" y="0"/>
                  </a:moveTo>
                  <a:lnTo>
                    <a:pt x="2414092" y="0"/>
                  </a:lnTo>
                  <a:cubicBezTo>
                    <a:pt x="2425179" y="0"/>
                    <a:pt x="2435811" y="4404"/>
                    <a:pt x="2443650" y="12243"/>
                  </a:cubicBezTo>
                  <a:cubicBezTo>
                    <a:pt x="2451489" y="20082"/>
                    <a:pt x="2455893" y="30714"/>
                    <a:pt x="2455893" y="41801"/>
                  </a:cubicBezTo>
                  <a:lnTo>
                    <a:pt x="2455893" y="770999"/>
                  </a:lnTo>
                  <a:cubicBezTo>
                    <a:pt x="2455893" y="782086"/>
                    <a:pt x="2451489" y="792718"/>
                    <a:pt x="2443650" y="800557"/>
                  </a:cubicBezTo>
                  <a:cubicBezTo>
                    <a:pt x="2435811" y="808396"/>
                    <a:pt x="2425179" y="812800"/>
                    <a:pt x="2414092" y="812800"/>
                  </a:cubicBezTo>
                  <a:lnTo>
                    <a:pt x="41801" y="812800"/>
                  </a:lnTo>
                  <a:cubicBezTo>
                    <a:pt x="30714" y="812800"/>
                    <a:pt x="20082" y="808396"/>
                    <a:pt x="12243" y="800557"/>
                  </a:cubicBezTo>
                  <a:cubicBezTo>
                    <a:pt x="4404" y="792718"/>
                    <a:pt x="0" y="782086"/>
                    <a:pt x="0" y="770999"/>
                  </a:cubicBezTo>
                  <a:lnTo>
                    <a:pt x="0" y="41801"/>
                  </a:lnTo>
                  <a:cubicBezTo>
                    <a:pt x="0" y="30714"/>
                    <a:pt x="4404" y="20082"/>
                    <a:pt x="12243" y="12243"/>
                  </a:cubicBezTo>
                  <a:cubicBezTo>
                    <a:pt x="20082" y="4404"/>
                    <a:pt x="30714" y="0"/>
                    <a:pt x="41801" y="0"/>
                  </a:cubicBezTo>
                  <a:close/>
                </a:path>
              </a:pathLst>
            </a:custGeom>
            <a:solidFill>
              <a:srgbClr val="FEFE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558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66655" y="301559"/>
            <a:ext cx="5703818" cy="713784"/>
            <a:chOff x="0" y="0"/>
            <a:chExt cx="7605090" cy="95171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531081" y="0"/>
              <a:ext cx="951700" cy="951713"/>
              <a:chOff x="0" y="0"/>
              <a:chExt cx="951700" cy="95171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51738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951738">
                    <a:moveTo>
                      <a:pt x="0" y="0"/>
                    </a:moveTo>
                    <a:lnTo>
                      <a:pt x="951738" y="0"/>
                    </a:lnTo>
                    <a:lnTo>
                      <a:pt x="951738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2" b="2"/>
                </a:stretch>
              </a:blip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2840571" y="0"/>
              <a:ext cx="1701305" cy="951713"/>
              <a:chOff x="0" y="0"/>
              <a:chExt cx="1701305" cy="95171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01292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1701292">
                    <a:moveTo>
                      <a:pt x="0" y="0"/>
                    </a:moveTo>
                    <a:lnTo>
                      <a:pt x="1701292" y="0"/>
                    </a:lnTo>
                    <a:lnTo>
                      <a:pt x="1701292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39380" r="0" b="-39376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5573662" y="118135"/>
              <a:ext cx="2031429" cy="755040"/>
              <a:chOff x="0" y="0"/>
              <a:chExt cx="2031429" cy="75504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31365" cy="755015"/>
              </a:xfrm>
              <a:custGeom>
                <a:avLst/>
                <a:gdLst/>
                <a:ahLst/>
                <a:cxnLst/>
                <a:rect r="r" b="b" t="t" l="l"/>
                <a:pathLst>
                  <a:path h="755015" w="2031365">
                    <a:moveTo>
                      <a:pt x="0" y="0"/>
                    </a:moveTo>
                    <a:lnTo>
                      <a:pt x="2031365" y="0"/>
                    </a:lnTo>
                    <a:lnTo>
                      <a:pt x="2031365" y="755015"/>
                    </a:lnTo>
                    <a:lnTo>
                      <a:pt x="0" y="7550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168" r="-3" b="-171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196672"/>
              <a:ext cx="2747264" cy="676516"/>
              <a:chOff x="0" y="0"/>
              <a:chExt cx="2747264" cy="6765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747264" cy="676529"/>
              </a:xfrm>
              <a:custGeom>
                <a:avLst/>
                <a:gdLst/>
                <a:ahLst/>
                <a:cxnLst/>
                <a:rect r="r" b="b" t="t" l="l"/>
                <a:pathLst>
                  <a:path h="676529" w="2747264">
                    <a:moveTo>
                      <a:pt x="0" y="0"/>
                    </a:moveTo>
                    <a:lnTo>
                      <a:pt x="2747264" y="0"/>
                    </a:lnTo>
                    <a:lnTo>
                      <a:pt x="2747264" y="676529"/>
                    </a:lnTo>
                    <a:lnTo>
                      <a:pt x="0" y="67652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49" t="0" r="-48" b="1"/>
                </a:stretch>
              </a:blipFill>
            </p:spPr>
          </p:sp>
        </p:grpSp>
      </p:grpSp>
      <p:grpSp>
        <p:nvGrpSpPr>
          <p:cNvPr name="Group 14" id="14"/>
          <p:cNvGrpSpPr/>
          <p:nvPr/>
        </p:nvGrpSpPr>
        <p:grpSpPr>
          <a:xfrm rot="0">
            <a:off x="317951" y="2486516"/>
            <a:ext cx="291725" cy="310284"/>
            <a:chOff x="0" y="0"/>
            <a:chExt cx="233521" cy="2483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521" cy="248377"/>
            </a:xfrm>
            <a:custGeom>
              <a:avLst/>
              <a:gdLst/>
              <a:ahLst/>
              <a:cxnLst/>
              <a:rect r="r" b="b" t="t" l="l"/>
              <a:pathLst>
                <a:path h="248377" w="233521">
                  <a:moveTo>
                    <a:pt x="116760" y="0"/>
                  </a:moveTo>
                  <a:lnTo>
                    <a:pt x="116760" y="0"/>
                  </a:lnTo>
                  <a:cubicBezTo>
                    <a:pt x="147727" y="0"/>
                    <a:pt x="177426" y="12302"/>
                    <a:pt x="199323" y="34198"/>
                  </a:cubicBezTo>
                  <a:cubicBezTo>
                    <a:pt x="221219" y="56095"/>
                    <a:pt x="233521" y="85794"/>
                    <a:pt x="233521" y="116760"/>
                  </a:cubicBezTo>
                  <a:lnTo>
                    <a:pt x="233521" y="131617"/>
                  </a:lnTo>
                  <a:cubicBezTo>
                    <a:pt x="233521" y="162584"/>
                    <a:pt x="221219" y="192282"/>
                    <a:pt x="199323" y="214179"/>
                  </a:cubicBezTo>
                  <a:cubicBezTo>
                    <a:pt x="177426" y="236076"/>
                    <a:pt x="147727" y="248377"/>
                    <a:pt x="116760" y="248377"/>
                  </a:cubicBezTo>
                  <a:lnTo>
                    <a:pt x="116760" y="248377"/>
                  </a:lnTo>
                  <a:cubicBezTo>
                    <a:pt x="85794" y="248377"/>
                    <a:pt x="56095" y="236076"/>
                    <a:pt x="34198" y="214179"/>
                  </a:cubicBezTo>
                  <a:cubicBezTo>
                    <a:pt x="12302" y="192282"/>
                    <a:pt x="0" y="162584"/>
                    <a:pt x="0" y="131617"/>
                  </a:cubicBezTo>
                  <a:lnTo>
                    <a:pt x="0" y="116760"/>
                  </a:lnTo>
                  <a:cubicBezTo>
                    <a:pt x="0" y="85794"/>
                    <a:pt x="12302" y="56095"/>
                    <a:pt x="34198" y="34198"/>
                  </a:cubicBezTo>
                  <a:cubicBezTo>
                    <a:pt x="56095" y="12302"/>
                    <a:pt x="85794" y="0"/>
                    <a:pt x="116760" y="0"/>
                  </a:cubicBezTo>
                  <a:close/>
                </a:path>
              </a:pathLst>
            </a:custGeom>
            <a:solidFill>
              <a:srgbClr val="01C89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3521" cy="276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-689130" y="495188"/>
            <a:ext cx="3691960" cy="45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3794" b="true">
                <a:solidFill>
                  <a:srgbClr val="050D1A"/>
                </a:solidFill>
                <a:latin typeface="Raleway Bold"/>
                <a:ea typeface="Raleway Bold"/>
                <a:cs typeface="Raleway Bold"/>
                <a:sym typeface="Raleway Bold"/>
              </a:rPr>
              <a:t>Ener</a:t>
            </a:r>
            <a:r>
              <a:rPr lang="en-US" sz="3794" b="true">
                <a:solidFill>
                  <a:srgbClr val="01C897"/>
                </a:solidFill>
                <a:latin typeface="Raleway Bold"/>
                <a:ea typeface="Raleway Bold"/>
                <a:cs typeface="Raleway Bold"/>
                <a:sym typeface="Raleway Bold"/>
              </a:rPr>
              <a:t>gix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185126" y="1587959"/>
            <a:ext cx="5661191" cy="46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b="true" sz="405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Value Propositions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6000" y="2513741"/>
            <a:ext cx="3401513" cy="34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28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Executable Reports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17951" y="3218600"/>
            <a:ext cx="291725" cy="310284"/>
            <a:chOff x="0" y="0"/>
            <a:chExt cx="233521" cy="2483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3521" cy="248377"/>
            </a:xfrm>
            <a:custGeom>
              <a:avLst/>
              <a:gdLst/>
              <a:ahLst/>
              <a:cxnLst/>
              <a:rect r="r" b="b" t="t" l="l"/>
              <a:pathLst>
                <a:path h="248377" w="233521">
                  <a:moveTo>
                    <a:pt x="116760" y="0"/>
                  </a:moveTo>
                  <a:lnTo>
                    <a:pt x="116760" y="0"/>
                  </a:lnTo>
                  <a:cubicBezTo>
                    <a:pt x="147727" y="0"/>
                    <a:pt x="177426" y="12302"/>
                    <a:pt x="199323" y="34198"/>
                  </a:cubicBezTo>
                  <a:cubicBezTo>
                    <a:pt x="221219" y="56095"/>
                    <a:pt x="233521" y="85794"/>
                    <a:pt x="233521" y="116760"/>
                  </a:cubicBezTo>
                  <a:lnTo>
                    <a:pt x="233521" y="131617"/>
                  </a:lnTo>
                  <a:cubicBezTo>
                    <a:pt x="233521" y="162584"/>
                    <a:pt x="221219" y="192282"/>
                    <a:pt x="199323" y="214179"/>
                  </a:cubicBezTo>
                  <a:cubicBezTo>
                    <a:pt x="177426" y="236076"/>
                    <a:pt x="147727" y="248377"/>
                    <a:pt x="116760" y="248377"/>
                  </a:cubicBezTo>
                  <a:lnTo>
                    <a:pt x="116760" y="248377"/>
                  </a:lnTo>
                  <a:cubicBezTo>
                    <a:pt x="85794" y="248377"/>
                    <a:pt x="56095" y="236076"/>
                    <a:pt x="34198" y="214179"/>
                  </a:cubicBezTo>
                  <a:cubicBezTo>
                    <a:pt x="12302" y="192282"/>
                    <a:pt x="0" y="162584"/>
                    <a:pt x="0" y="131617"/>
                  </a:cubicBezTo>
                  <a:lnTo>
                    <a:pt x="0" y="116760"/>
                  </a:lnTo>
                  <a:cubicBezTo>
                    <a:pt x="0" y="85794"/>
                    <a:pt x="12302" y="56095"/>
                    <a:pt x="34198" y="34198"/>
                  </a:cubicBezTo>
                  <a:cubicBezTo>
                    <a:pt x="56095" y="12302"/>
                    <a:pt x="85794" y="0"/>
                    <a:pt x="116760" y="0"/>
                  </a:cubicBezTo>
                  <a:close/>
                </a:path>
              </a:pathLst>
            </a:custGeom>
            <a:solidFill>
              <a:srgbClr val="01C89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233521" cy="276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56000" y="3245825"/>
            <a:ext cx="2507312" cy="34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28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Cost Efficiency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17951" y="3950685"/>
            <a:ext cx="291725" cy="310284"/>
            <a:chOff x="0" y="0"/>
            <a:chExt cx="233521" cy="2483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3521" cy="248377"/>
            </a:xfrm>
            <a:custGeom>
              <a:avLst/>
              <a:gdLst/>
              <a:ahLst/>
              <a:cxnLst/>
              <a:rect r="r" b="b" t="t" l="l"/>
              <a:pathLst>
                <a:path h="248377" w="233521">
                  <a:moveTo>
                    <a:pt x="116760" y="0"/>
                  </a:moveTo>
                  <a:lnTo>
                    <a:pt x="116760" y="0"/>
                  </a:lnTo>
                  <a:cubicBezTo>
                    <a:pt x="147727" y="0"/>
                    <a:pt x="177426" y="12302"/>
                    <a:pt x="199323" y="34198"/>
                  </a:cubicBezTo>
                  <a:cubicBezTo>
                    <a:pt x="221219" y="56095"/>
                    <a:pt x="233521" y="85794"/>
                    <a:pt x="233521" y="116760"/>
                  </a:cubicBezTo>
                  <a:lnTo>
                    <a:pt x="233521" y="131617"/>
                  </a:lnTo>
                  <a:cubicBezTo>
                    <a:pt x="233521" y="162584"/>
                    <a:pt x="221219" y="192282"/>
                    <a:pt x="199323" y="214179"/>
                  </a:cubicBezTo>
                  <a:cubicBezTo>
                    <a:pt x="177426" y="236076"/>
                    <a:pt x="147727" y="248377"/>
                    <a:pt x="116760" y="248377"/>
                  </a:cubicBezTo>
                  <a:lnTo>
                    <a:pt x="116760" y="248377"/>
                  </a:lnTo>
                  <a:cubicBezTo>
                    <a:pt x="85794" y="248377"/>
                    <a:pt x="56095" y="236076"/>
                    <a:pt x="34198" y="214179"/>
                  </a:cubicBezTo>
                  <a:cubicBezTo>
                    <a:pt x="12302" y="192282"/>
                    <a:pt x="0" y="162584"/>
                    <a:pt x="0" y="131617"/>
                  </a:cubicBezTo>
                  <a:lnTo>
                    <a:pt x="0" y="116760"/>
                  </a:lnTo>
                  <a:cubicBezTo>
                    <a:pt x="0" y="85794"/>
                    <a:pt x="12302" y="56095"/>
                    <a:pt x="34198" y="34198"/>
                  </a:cubicBezTo>
                  <a:cubicBezTo>
                    <a:pt x="56095" y="12302"/>
                    <a:pt x="85794" y="0"/>
                    <a:pt x="116760" y="0"/>
                  </a:cubicBezTo>
                  <a:close/>
                </a:path>
              </a:pathLst>
            </a:custGeom>
            <a:solidFill>
              <a:srgbClr val="01C89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33521" cy="276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56000" y="3977910"/>
            <a:ext cx="3759193" cy="34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285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Extends Bulb Lifespan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518563" y="3952860"/>
            <a:ext cx="5226992" cy="4641697"/>
            <a:chOff x="0" y="0"/>
            <a:chExt cx="1873236" cy="16634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73236" cy="1663479"/>
            </a:xfrm>
            <a:custGeom>
              <a:avLst/>
              <a:gdLst/>
              <a:ahLst/>
              <a:cxnLst/>
              <a:rect r="r" b="b" t="t" l="l"/>
              <a:pathLst>
                <a:path h="1663479" w="1873236">
                  <a:moveTo>
                    <a:pt x="936618" y="0"/>
                  </a:moveTo>
                  <a:cubicBezTo>
                    <a:pt x="419338" y="0"/>
                    <a:pt x="0" y="372383"/>
                    <a:pt x="0" y="831740"/>
                  </a:cubicBezTo>
                  <a:cubicBezTo>
                    <a:pt x="0" y="1291097"/>
                    <a:pt x="419338" y="1663479"/>
                    <a:pt x="936618" y="1663479"/>
                  </a:cubicBezTo>
                  <a:cubicBezTo>
                    <a:pt x="1453898" y="1663479"/>
                    <a:pt x="1873236" y="1291097"/>
                    <a:pt x="1873236" y="831740"/>
                  </a:cubicBezTo>
                  <a:cubicBezTo>
                    <a:pt x="1873236" y="372383"/>
                    <a:pt x="1453898" y="0"/>
                    <a:pt x="936618" y="0"/>
                  </a:cubicBezTo>
                  <a:close/>
                </a:path>
              </a:pathLst>
            </a:custGeom>
            <a:ln w="666750" cap="sq">
              <a:solidFill>
                <a:srgbClr val="01C897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175616" y="127376"/>
              <a:ext cx="1522004" cy="1380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C8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71598" y="3661536"/>
            <a:ext cx="11068213" cy="914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5"/>
              </a:lnSpc>
            </a:pPr>
            <a:r>
              <a:rPr lang="en-US" b="true" sz="793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36103" y="-832441"/>
            <a:ext cx="6852811" cy="2268000"/>
            <a:chOff x="0" y="0"/>
            <a:chExt cx="24558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55893" cy="812800"/>
            </a:xfrm>
            <a:custGeom>
              <a:avLst/>
              <a:gdLst/>
              <a:ahLst/>
              <a:cxnLst/>
              <a:rect r="r" b="b" t="t" l="l"/>
              <a:pathLst>
                <a:path h="812800" w="2455893">
                  <a:moveTo>
                    <a:pt x="41801" y="0"/>
                  </a:moveTo>
                  <a:lnTo>
                    <a:pt x="2414092" y="0"/>
                  </a:lnTo>
                  <a:cubicBezTo>
                    <a:pt x="2425179" y="0"/>
                    <a:pt x="2435811" y="4404"/>
                    <a:pt x="2443650" y="12243"/>
                  </a:cubicBezTo>
                  <a:cubicBezTo>
                    <a:pt x="2451489" y="20082"/>
                    <a:pt x="2455893" y="30714"/>
                    <a:pt x="2455893" y="41801"/>
                  </a:cubicBezTo>
                  <a:lnTo>
                    <a:pt x="2455893" y="770999"/>
                  </a:lnTo>
                  <a:cubicBezTo>
                    <a:pt x="2455893" y="782086"/>
                    <a:pt x="2451489" y="792718"/>
                    <a:pt x="2443650" y="800557"/>
                  </a:cubicBezTo>
                  <a:cubicBezTo>
                    <a:pt x="2435811" y="808396"/>
                    <a:pt x="2425179" y="812800"/>
                    <a:pt x="2414092" y="812800"/>
                  </a:cubicBezTo>
                  <a:lnTo>
                    <a:pt x="41801" y="812800"/>
                  </a:lnTo>
                  <a:cubicBezTo>
                    <a:pt x="30714" y="812800"/>
                    <a:pt x="20082" y="808396"/>
                    <a:pt x="12243" y="800557"/>
                  </a:cubicBezTo>
                  <a:cubicBezTo>
                    <a:pt x="4404" y="792718"/>
                    <a:pt x="0" y="782086"/>
                    <a:pt x="0" y="770999"/>
                  </a:cubicBezTo>
                  <a:lnTo>
                    <a:pt x="0" y="41801"/>
                  </a:lnTo>
                  <a:cubicBezTo>
                    <a:pt x="0" y="30714"/>
                    <a:pt x="4404" y="20082"/>
                    <a:pt x="12243" y="12243"/>
                  </a:cubicBezTo>
                  <a:cubicBezTo>
                    <a:pt x="20082" y="4404"/>
                    <a:pt x="30714" y="0"/>
                    <a:pt x="41801" y="0"/>
                  </a:cubicBezTo>
                  <a:close/>
                </a:path>
              </a:pathLst>
            </a:custGeom>
            <a:solidFill>
              <a:srgbClr val="FEFE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455893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10600" y="301559"/>
            <a:ext cx="5703818" cy="713784"/>
            <a:chOff x="0" y="0"/>
            <a:chExt cx="7605090" cy="95171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4531081" y="0"/>
              <a:ext cx="951700" cy="951713"/>
              <a:chOff x="0" y="0"/>
              <a:chExt cx="951700" cy="95171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51738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951738">
                    <a:moveTo>
                      <a:pt x="0" y="0"/>
                    </a:moveTo>
                    <a:lnTo>
                      <a:pt x="951738" y="0"/>
                    </a:lnTo>
                    <a:lnTo>
                      <a:pt x="951738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0" r="2" b="2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2840571" y="0"/>
              <a:ext cx="1701305" cy="951713"/>
              <a:chOff x="0" y="0"/>
              <a:chExt cx="1701305" cy="95171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01292" cy="951738"/>
              </a:xfrm>
              <a:custGeom>
                <a:avLst/>
                <a:gdLst/>
                <a:ahLst/>
                <a:cxnLst/>
                <a:rect r="r" b="b" t="t" l="l"/>
                <a:pathLst>
                  <a:path h="951738" w="1701292">
                    <a:moveTo>
                      <a:pt x="0" y="0"/>
                    </a:moveTo>
                    <a:lnTo>
                      <a:pt x="1701292" y="0"/>
                    </a:lnTo>
                    <a:lnTo>
                      <a:pt x="1701292" y="951738"/>
                    </a:lnTo>
                    <a:lnTo>
                      <a:pt x="0" y="951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-39380" r="0" b="-39376"/>
                </a:stretch>
              </a:blip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5573662" y="118135"/>
              <a:ext cx="2031429" cy="755040"/>
              <a:chOff x="0" y="0"/>
              <a:chExt cx="2031429" cy="75504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31365" cy="755015"/>
              </a:xfrm>
              <a:custGeom>
                <a:avLst/>
                <a:gdLst/>
                <a:ahLst/>
                <a:cxnLst/>
                <a:rect r="r" b="b" t="t" l="l"/>
                <a:pathLst>
                  <a:path h="755015" w="2031365">
                    <a:moveTo>
                      <a:pt x="0" y="0"/>
                    </a:moveTo>
                    <a:lnTo>
                      <a:pt x="2031365" y="0"/>
                    </a:lnTo>
                    <a:lnTo>
                      <a:pt x="2031365" y="755015"/>
                    </a:lnTo>
                    <a:lnTo>
                      <a:pt x="0" y="75501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168" r="-3" b="-171"/>
                </a:stretch>
              </a:blip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196672"/>
              <a:ext cx="2747264" cy="676516"/>
              <a:chOff x="0" y="0"/>
              <a:chExt cx="2747264" cy="67651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47264" cy="676529"/>
              </a:xfrm>
              <a:custGeom>
                <a:avLst/>
                <a:gdLst/>
                <a:ahLst/>
                <a:cxnLst/>
                <a:rect r="r" b="b" t="t" l="l"/>
                <a:pathLst>
                  <a:path h="676529" w="2747264">
                    <a:moveTo>
                      <a:pt x="0" y="0"/>
                    </a:moveTo>
                    <a:lnTo>
                      <a:pt x="2747264" y="0"/>
                    </a:lnTo>
                    <a:lnTo>
                      <a:pt x="2747264" y="676529"/>
                    </a:lnTo>
                    <a:lnTo>
                      <a:pt x="0" y="67652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49" t="0" r="-48" b="1"/>
                </a:stretch>
              </a:blip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DAHBgEuUgWw</dc:identifier>
  <dcterms:modified xsi:type="dcterms:W3CDTF">2011-08-01T06:04:30Z</dcterms:modified>
  <cp:revision>1</cp:revision>
  <dc:title>DOC-20251213-WA0382..pptx</dc:title>
</cp:coreProperties>
</file>